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Network Protocol Visualizer &amp; Error Detection Playground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Interactive OSI Model Simulation and Error Detection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React + Vite frontend</a:t>
            </a:r>
          </a:p>
          <a:p>
            <a:pPr/>
            <a:r>
              <a:t>• Zustand state management</a:t>
            </a:r>
          </a:p>
          <a:p>
            <a:pPr/>
            <a:r>
              <a:t>• OSI layer visualization</a:t>
            </a:r>
          </a:p>
          <a:p>
            <a:pPr/>
            <a:r>
              <a:t>• Error detection algorithms (Parity, Checksum, CRC)</a:t>
            </a:r>
          </a:p>
          <a:p>
            <a:pPr/>
            <a:r>
              <a:t>• Live deployment on Vercel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OSI Layer Stack with animated packet flow</a:t>
            </a:r>
          </a:p>
          <a:p>
            <a:pPr/>
            <a:r>
              <a:t>Control panel for play/pause/step</a:t>
            </a:r>
          </a:p>
          <a:p>
            <a:pPr/>
            <a:r>
              <a:t>Info panel showing packet details</a:t>
            </a:r>
          </a:p>
          <a:p>
            <a:pPr/>
            <a:r>
              <a:t>Error Detection Playground – toggle parity, checksum, CRC-8</a:t>
            </a:r>
          </a:p>
          <a:p>
            <a:pPr/>
            <a:r>
              <a:t>Inject bit errors and see detection results</a:t>
            </a:r>
          </a:p>
          <a:p>
            <a:pPr/>
            <a:r>
              <a:t>Responsive design – works on desktop &amp;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4572000" cy="457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[Architecture diagram placeholder]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Detection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1‑D Parity (even/odd)</a:t>
            </a:r>
          </a:p>
          <a:p>
            <a:pPr/>
            <a:r>
              <a:t>2‑D Parity (row &amp; column)</a:t>
            </a:r>
          </a:p>
          <a:p>
            <a:pPr/>
            <a:r>
              <a:t>Checksum (8‑bit sum)</a:t>
            </a:r>
          </a:p>
          <a:p>
            <a:pPr/>
            <a:r>
              <a:t>CRC‑8 (generator polynomial 0x07)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GitHub Repository: https://github.com/chiiinmay/network-protocol-visualizer</a:t>
            </a:r>
          </a:p>
          <a:p>
            <a:pPr/>
            <a:r>
              <a:t>Vercel Deployment: https://network-protocol-visualizer.vercel.app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